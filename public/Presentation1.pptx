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75" d="100"/>
          <a:sy n="75" d="100"/>
        </p:scale>
        <p:origin x="933" y="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C991-CC62-847B-6253-8545A65CFC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40BE3-FD60-8571-BE03-03FB3EED5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19812-E35F-BB28-88FA-311F1B2D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27FFD-BD7F-9881-F55F-03898D145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1EEE3-ADCE-00B0-4923-17B8C9944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644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B6A6-6B4D-A287-49CC-D57A552F3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C00DB-6BE1-E38D-2A56-C2E2B644C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EFE2D-A8FF-0119-1BEE-8B289CFE1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728A3-453E-DACD-ECC0-CB595B12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E5C79-CDA6-058A-ECBB-7EF329BF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73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5D65-A8F5-86B9-53C4-41E6584DC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E608-6451-9397-D2EE-A0D7B1434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1EECC-8C04-9AB8-04BE-00510ED3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4F1E2-7F16-64A4-914D-0D3CEBADB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08FFE-D276-61CF-B299-920ACD00B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7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FFE38-EA97-A629-DACE-CFA502B8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81AC-86B9-8212-50C2-47037EA9F9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4321F-888E-083E-A87E-189B6EB17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FA2A8-9C98-1C59-06B2-CAEE9C539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DD7E5E-8368-C73F-0FE7-909BBFAED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0F201-A778-E615-2E30-6087583D2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789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11EBC-4103-3507-CC92-C34DE5006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97F28-9674-3406-7F97-73CDBFBC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C3EBA-DC6E-B49F-7293-F5BF60B8C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1469D-E4F2-5BE7-C013-E88232D00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388150-A128-2600-60DC-35FC24449A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C1C0EA-EBF3-CBEA-1F78-55CE1ACE3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3EE44B-37E4-229C-FCB0-82E68BBE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37B4CE-04F0-B88C-917C-A6E3C0F2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026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385D5-BF38-92CF-6E43-B46B57F2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02B79-7D11-A94F-A2BC-A5E231514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77224-368E-A5D9-B2E4-45A5149BD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4CFC67-66EF-0F27-D3E2-7D786BEA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96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35FF21-FC14-C39E-7711-FA7D1A1B5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083EB8-849A-9C22-3125-3BCFE60E3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D9B61-20AE-186A-DBD6-3DEBE5C82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5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A81E-CCD3-378D-0FDB-9D9FF7BF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8B7A2-8718-9061-8F83-33C849DEB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42137-3ECE-85AE-D99B-9CC9E09FD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2B637-66C5-5754-5559-1C9C421F1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0EB17D-9542-343A-435C-2070FA7E1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ECB36-4BF8-6C84-5053-299F5497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78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D360F-9A0F-0031-4150-C6240DB0F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7D50E3-ED4A-CD0B-453F-D45C93FE1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49958-34AC-CC96-52A1-648E301A9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12EAC-A6AD-1000-39DB-D279ED893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08449-BD8F-843D-BB24-60AABFA7D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B029F-B14A-C738-C0EA-DE49EE37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77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F4152-1B63-C35D-C485-44E26333C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CE35E-3000-0281-6B8D-BFB5953F2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E06D2-80A2-333F-0E7B-86CBA9B1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36F24-A6A2-C253-75D3-F31D71815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09CEB-A4A1-3BC6-155E-BA7F72F78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83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1C176-3E74-8B68-FB9D-4DC81FE8D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40F66-6C5E-669D-2D0C-9A6486698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8C3F-C6E1-7C0F-B0DD-1FA5EDBA5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6CF6C-039A-EE52-8125-F99454CFE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3B855-BA4D-E855-84D4-B9FCDA740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97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A96E-7812-336C-B73E-CDB0C23E6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B74D7-580D-828D-E0F4-7A1CB57CE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6A619-D974-F4B5-58C9-EC22BF9BF0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40ED9-697E-44C6-986B-9953A07FCFD6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8BD8F-9FAA-EA97-9DD4-15D9B898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292EF-208D-B927-F176-DD2B143DD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00187-D4A5-4A9F-9BE1-2D9C76E1C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BE52-CFD9-2F72-DB55-D99A79B1D7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EB676-23C0-AFF3-957E-421690A40B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03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large intestine with large intestine&#10;&#10;AI-generated content may be incorrect.">
            <a:extLst>
              <a:ext uri="{FF2B5EF4-FFF2-40B4-BE49-F238E27FC236}">
                <a16:creationId xmlns:a16="http://schemas.microsoft.com/office/drawing/2014/main" id="{36926EA2-C936-CA07-3E0A-6A5740720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535" y="42943"/>
            <a:ext cx="5859117" cy="680636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E41174-2AD2-891D-9A1B-09D3841E53D6}"/>
              </a:ext>
            </a:extLst>
          </p:cNvPr>
          <p:cNvSpPr txBox="1"/>
          <p:nvPr/>
        </p:nvSpPr>
        <p:spPr>
          <a:xfrm>
            <a:off x="5941951" y="5337314"/>
            <a:ext cx="308098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1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DB211-2F61-A8A8-3AB2-89F3DD3E937B}"/>
              </a:ext>
            </a:extLst>
          </p:cNvPr>
          <p:cNvSpPr txBox="1"/>
          <p:nvPr/>
        </p:nvSpPr>
        <p:spPr>
          <a:xfrm>
            <a:off x="6506825" y="3900664"/>
            <a:ext cx="308098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2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318B3-ACC0-D090-548D-B9AB3A4194CD}"/>
              </a:ext>
            </a:extLst>
          </p:cNvPr>
          <p:cNvSpPr txBox="1"/>
          <p:nvPr/>
        </p:nvSpPr>
        <p:spPr>
          <a:xfrm>
            <a:off x="8239554" y="2308747"/>
            <a:ext cx="308098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3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726F23-1B3B-FAAC-CC2D-6EDCB4560D2B}"/>
              </a:ext>
            </a:extLst>
          </p:cNvPr>
          <p:cNvSpPr txBox="1"/>
          <p:nvPr/>
        </p:nvSpPr>
        <p:spPr>
          <a:xfrm>
            <a:off x="5424288" y="1690688"/>
            <a:ext cx="308098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4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26D7A3-1A5D-93D8-6E46-60AFD6962647}"/>
              </a:ext>
            </a:extLst>
          </p:cNvPr>
          <p:cNvSpPr txBox="1"/>
          <p:nvPr/>
        </p:nvSpPr>
        <p:spPr>
          <a:xfrm>
            <a:off x="4359144" y="2886697"/>
            <a:ext cx="308098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7923ED-F837-A9EB-B262-5AD6F3CBE45E}"/>
              </a:ext>
            </a:extLst>
          </p:cNvPr>
          <p:cNvSpPr txBox="1"/>
          <p:nvPr/>
        </p:nvSpPr>
        <p:spPr>
          <a:xfrm>
            <a:off x="4667242" y="2886697"/>
            <a:ext cx="308098" cy="369332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6642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Aref Kalantari Sarcheshmeh</dc:creator>
  <cp:lastModifiedBy>Aref Kalantari Sarcheshmeh</cp:lastModifiedBy>
  <cp:revision>1</cp:revision>
  <dcterms:created xsi:type="dcterms:W3CDTF">2025-11-29T21:11:55Z</dcterms:created>
  <dcterms:modified xsi:type="dcterms:W3CDTF">2025-11-29T21:12:02Z</dcterms:modified>
</cp:coreProperties>
</file>